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espera com a arte oficial do IV Congresso Científico. Deixe na tela enquanto o público chega. Não altere 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rápido para quem vai usar o template. 1) Substitua todos os textos entre colchetes pelo seu conteúdo. 2) Cada slide é um modelo de layout: duplique os que precisar e apague os que não usar. 3) Use apenas as cores e fontes desta paleta para manter a identidade do congresso. Laranja forte (#F26A21) é para fundos, linhas e destaques grandes; para texto pequeno em fundo claro use o laranja escuro (#C24A0C), que é mais legível. 4) Para baixar, use Compartilhar → Exportar e escolha PowerPoint ou PDF. No PowerPoint, se o computador não tiver Montserrat e Nunito Sans instaladas, escolha a opção com fontes básicas ou instale as fontes (gratuitas no Google Fonts). Apague este slide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palestra. Troque o tipo de apresentação, o curso, o título, seu nome, cargo e a data. Para destacar uma palavra do título em laranja, mantenha-a dentro do trecho colorido. O "IV" dentro do círculo faz referência à edição do congresso; não precisa alterar.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palestrante em quatro cards. Use títulos curtos (até 20 caracteres) e uma linha de explicação em cada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em duas colunas: a coluna da esquerda tem os tópicos 01 a 03 e a da direita os tópicos 04 a 06. Se tiver menos tópicos, apague as linhas que sobrarem mantendo 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seção. Use para marcar o início de cada grande bloco da palestra. Troque o número (01, 02, 03...) e o nome da seção.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texto: um parágrafo à esquerda e uma lista curta à direita. Limite de cerca de 4 a 5 itens na lista para manter a leitura confortável no telão.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colunas para comparar: antes x depois, vantagens x riscos, teoria x prática. A coluna escura chama mais atenção; use-a para o lado que você quer enfatizar.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cards com ícone. As cores do topo dos cards vêm dos ícones da arte do congresso (roxo, verde-água e verde). Ícones disponíveis no editor: lâmpada, pessoas, gráfico, livro, capelo, código, banco de dados, globo, cadeado, entre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de destaque. Sempre cite a fonte no rodapé. Números curtos funcionam melhor (até 5 caracteres, como 84%, 1,2 mi ou 3x). O card escuro é o número mais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 com quatro marcos. Serve também para etapas de uma metodologia (coleta, análise, resultados, conclusão). Use textos curtos abaixo de cada marco.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 cabeçalho azul-marinho e linhas alternadas. Cabe com conforto até cerca de 6 linhas e 4 colunas em fonte 32; para mais dados, divida em dois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imagem e texto. Clique na área tracejada para inserir sua foto, print ou gráfico. Fotos ficam melhores preenchendo a área; prints e gráficos, inteiros sem corte. Sempre dê o crédito da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em branco com título. Apague a área tracejada e coloque seu conteúdo no lugar. Duplique este slide quantas vezes precisar.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em branco com título. Apague a área tracejada e coloque seu conteúdo no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em branco com título. Apague a área tracejada e coloque seu conteúdo no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em branco com duas colunas: texto e imagem lado a lado, ou duas listas. Apague as áreas tracejadas e coloque seu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em branco com fundo azul-marinho, para dar destaque a um conteúdo ou variar o ritmo da apresentação. Use texto claro sobre este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totalmente livre, só com a assinatura do congresso no topo. Boa para imagens grandes, prints de tela, gráficos ou demonstrações.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impacto em laranja. Use no máximo uma ou duas vezes na apresentação, para a mensagem principal ou a conclusão. Frases de até 50 caracteres funcionam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interagir com o público. Uma boa pergunta no começo da palestra prende a atenção. Espere alguns segundos pelas respostas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compartilhar um material: artigo, slides, formulário ou site. Gere o QR code em qualquer gerador gratuito e insira a imagem na área tracejada. Teste o QR code com o celular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Coloque seu nome e um contato para o público continuar a conversa. Deixe na tela durante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4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84"/>
            <a:ext cx="10566400" cy="4109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4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84"/>
            <a:ext cx="10566400" cy="4109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V Congresso Científico da Faculdade Anhanguera Asa Norte: Conhecimento que transforma, ciência, inovação e compromisso com a sociedade">    </p:cNvPr>
          <p:cNvPicPr>
            <a:picLocks noChangeAspect="1"/>
          </p:cNvPicPr>
          <p:nvPr/>
        </p:nvPicPr>
        <p:blipFill>
          <a:blip r:embed="rId1"/>
          <a:srcRect l="-54" r="-54" t="0" b="0"/>
          <a:stretch/>
        </p:blipFill>
        <p:spPr>
          <a:xfrm>
            <a:off x="1511300" y="812800"/>
            <a:ext cx="91694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PALESTRANTES · APAGUE ESTE SLIDE ANTES DE APRESENTAR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usar este template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078355"/>
            <a:ext cx="2520950" cy="1731010"/>
          </a:xfrm>
          <a:prstGeom prst="roundRect">
            <a:avLst>
              <a:gd name="adj" fmla="val 568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28346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1080" y="2750820"/>
            <a:ext cx="21740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Troque tudo que está [entre colchetes]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5675" y="2078355"/>
            <a:ext cx="2520950" cy="1731010"/>
          </a:xfrm>
          <a:prstGeom prst="roundRect">
            <a:avLst>
              <a:gd name="adj" fmla="val 568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0780" y="228346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0780" y="2750820"/>
            <a:ext cx="217406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Duplique os layouts que usar e apague os outros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5375" y="2078355"/>
            <a:ext cx="2520950" cy="1731010"/>
          </a:xfrm>
          <a:prstGeom prst="roundRect">
            <a:avLst>
              <a:gd name="adj" fmla="val 568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228346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80480" y="2750820"/>
            <a:ext cx="21740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Mantenha as cores e as fontes do congresso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55075" y="2078355"/>
            <a:ext cx="2520950" cy="1731010"/>
          </a:xfrm>
          <a:prstGeom prst="roundRect">
            <a:avLst>
              <a:gd name="adj" fmla="val 568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0180" y="2283460"/>
            <a:ext cx="21740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60180" y="2750820"/>
            <a:ext cx="217406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Exporte em Compartilhar → Exportar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411734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428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93800" y="4163060"/>
            <a:ext cx="18876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Azul-marinho #14285A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81417" y="411734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20" name="Text 18"/>
          <p:cNvSpPr/>
          <p:nvPr/>
        </p:nvSpPr>
        <p:spPr>
          <a:xfrm>
            <a:off x="3462417" y="4163060"/>
            <a:ext cx="14309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Laranja #F26A21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08867" y="411734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24A0C"/>
          </a:solidFill>
          <a:ln/>
        </p:spPr>
      </p:sp>
      <p:sp>
        <p:nvSpPr>
          <p:cNvPr id="22" name="Text 20"/>
          <p:cNvSpPr/>
          <p:nvPr/>
        </p:nvSpPr>
        <p:spPr>
          <a:xfrm>
            <a:off x="5289867" y="4163060"/>
            <a:ext cx="18661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Laranja texto #C24A0C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59149" y="4120515"/>
            <a:ext cx="298450" cy="298450"/>
          </a:xfrm>
          <a:prstGeom prst="roundRect">
            <a:avLst>
              <a:gd name="adj" fmla="val 50000"/>
            </a:avLst>
          </a:prstGeom>
          <a:solidFill>
            <a:srgbClr val="FAFBFD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6974" y="4163060"/>
            <a:ext cx="1352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Fundo #FAFBFD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4676140"/>
            <a:ext cx="4272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Fontes:</a:t>
            </a: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Montserrat nos títulos, Nunito Sans no texto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os decorativos nas cores do congres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9000" y="1397000"/>
            <a:ext cx="4064000" cy="406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8040" y="2730500"/>
            <a:ext cx="4185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IV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812800" y="909955"/>
            <a:ext cx="508000" cy="19050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5" name="Text 2"/>
          <p:cNvSpPr/>
          <p:nvPr/>
        </p:nvSpPr>
        <p:spPr>
          <a:xfrm>
            <a:off x="1473200" y="812800"/>
            <a:ext cx="710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774507"/>
            <a:ext cx="6278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[PALESTRA / COMUNICAÇÃO ORAL] · [CURSO OU ÁREA]</a:t>
            </a:r>
            <a:endParaRPr lang="en-US" sz="1200" dirty="0"/>
          </a:p>
        </p:txBody>
      </p:sp>
      <p:sp>
        <p:nvSpPr>
          <p:cNvPr id="7" name="Text 4"/>
          <p:cNvSpPr/>
          <p:nvPr>
            <p:ph type="title"/>
          </p:nvPr>
        </p:nvSpPr>
        <p:spPr>
          <a:xfrm>
            <a:off x="812800" y="2191068"/>
            <a:ext cx="6278880" cy="183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da palestra com uma </a:t>
            </a:r>
            <a:r>
              <a:rPr lang="en-US" sz="4400" b="1" i="0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palavra</a:t>
            </a:r>
            <a:r>
              <a:rPr lang="en-US" sz="44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 destaque]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12800" y="4246007"/>
            <a:ext cx="2705100" cy="1905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9" name="Shape 6"/>
          <p:cNvSpPr/>
          <p:nvPr/>
        </p:nvSpPr>
        <p:spPr>
          <a:xfrm>
            <a:off x="3619500" y="4204732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10" name="Shape 7"/>
          <p:cNvSpPr/>
          <p:nvPr/>
        </p:nvSpPr>
        <p:spPr>
          <a:xfrm>
            <a:off x="3822700" y="4246007"/>
            <a:ext cx="2705100" cy="1905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11" name="Text 8"/>
          <p:cNvSpPr/>
          <p:nvPr/>
        </p:nvSpPr>
        <p:spPr>
          <a:xfrm>
            <a:off x="812800" y="5054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[Nome do palestrante]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2800" y="549656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[Cargo ou formação | áreas de atuação]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" y="58318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[Data da apresentação]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falando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1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[Destaque 1]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880" y="279654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[Formação, cargo ou tempo de experiência]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5375" y="212915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280" y="2385061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[Destaque 2]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31280" y="279654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[Onde trabalha ou pesquisa]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975" y="349567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1880" y="3751580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[Destaque 3]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1880" y="416306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[Relação com a Anhanguera ou com o curso]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5375" y="349567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1280" y="3751580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[Destaque 4]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1280" y="416306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[Interesse de pesquisa ou curiosidade]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caminho de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666367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252982"/>
            <a:ext cx="27090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5307" y="2252982"/>
            <a:ext cx="179051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[Primeiro tópico]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2666367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2252982"/>
            <a:ext cx="3377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29864" y="2252982"/>
            <a:ext cx="164268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[Quarto tópico]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209924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796539"/>
            <a:ext cx="31146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4756" y="2796539"/>
            <a:ext cx="185394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[Segundo tópico]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09924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2796539"/>
            <a:ext cx="31508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0972" y="2796539"/>
            <a:ext cx="161477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[Quinto tópico]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3753485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340100"/>
            <a:ext cx="31165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4915" y="3340100"/>
            <a:ext cx="17497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[Terceiro tópico]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0" y="3753485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0" y="3340100"/>
            <a:ext cx="32537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545" y="3340100"/>
            <a:ext cx="26477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[Conclusão e perguntas]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3921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69921"/>
            <a:ext cx="91567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[Nome da seção]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4105275"/>
            <a:ext cx="2705100" cy="19050"/>
          </a:xfrm>
          <a:prstGeom prst="rect">
            <a:avLst/>
          </a:prstGeom>
          <a:solidFill>
            <a:srgbClr val="C5CDE3"/>
          </a:solidFill>
          <a:ln/>
        </p:spPr>
      </p:sp>
      <p:sp>
        <p:nvSpPr>
          <p:cNvPr id="5" name="Shape 3"/>
          <p:cNvSpPr/>
          <p:nvPr/>
        </p:nvSpPr>
        <p:spPr>
          <a:xfrm>
            <a:off x="3619500" y="4064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6" name="Shape 4"/>
          <p:cNvSpPr/>
          <p:nvPr/>
        </p:nvSpPr>
        <p:spPr>
          <a:xfrm>
            <a:off x="3822700" y="4105275"/>
            <a:ext cx="2705100" cy="19050"/>
          </a:xfrm>
          <a:prstGeom prst="rect">
            <a:avLst/>
          </a:prstGeom>
          <a:solidFill>
            <a:srgbClr val="C5CDE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4419600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[Uma frase que resume o que vem nesta parte]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125982"/>
            <a:ext cx="510159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[Parágrafo curto com a ideia principal do slide. Prefira duas ou três frases diretas a um texto longo.]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36208" y="2125982"/>
            <a:ext cx="529158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[Primeiro ponto]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[Segundo ponto]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[Terceiro ponto]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[Quarto ponto]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[Comparação: A x B]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7"/>
            <a:ext cx="5200650" cy="1888490"/>
          </a:xfrm>
          <a:prstGeom prst="roundRect">
            <a:avLst>
              <a:gd name="adj" fmla="val 5212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40030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8280" y="2385061"/>
            <a:ext cx="146218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[Lado A]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5888" y="2847339"/>
            <a:ext cx="475787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1]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2]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3]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2125982"/>
            <a:ext cx="5207000" cy="1894840"/>
          </a:xfrm>
          <a:prstGeom prst="roundRect">
            <a:avLst>
              <a:gd name="adj" fmla="val 5362"/>
            </a:avLst>
          </a:prstGeom>
          <a:solidFill>
            <a:srgbClr val="14285A"/>
          </a:solidFill>
          <a:ln/>
        </p:spPr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26200" y="2395221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2600" y="2379982"/>
            <a:ext cx="146180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[Lado B]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90208" y="2842261"/>
            <a:ext cx="476834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1]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2]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[Item 3]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[Três ideias principais]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4"/>
            <a:ext cx="3414157" cy="1974850"/>
          </a:xfrm>
          <a:prstGeom prst="roundRect">
            <a:avLst>
              <a:gd name="adj" fmla="val 498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6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385064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842264"/>
            <a:ext cx="298941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[Ideia 1]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1880" y="3279142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[Explicação em uma ou duas linhas]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8882" y="2129154"/>
            <a:ext cx="3414157" cy="1974850"/>
          </a:xfrm>
          <a:prstGeom prst="roundRect">
            <a:avLst>
              <a:gd name="adj" fmla="val 498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0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4787" y="2385064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4787" y="2842264"/>
            <a:ext cx="298941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[Ideia 2]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644787" y="3279142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[Explicação em uma ou duas linhas]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961789" y="2129154"/>
            <a:ext cx="3414157" cy="1974850"/>
          </a:xfrm>
          <a:prstGeom prst="roundRect">
            <a:avLst>
              <a:gd name="adj" fmla="val 498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4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694" y="2385064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17694" y="2842264"/>
            <a:ext cx="298941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[Ideia 3]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217694" y="3279142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[Explicação em uma ou duas linhas]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 que os números mostram]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4"/>
            <a:ext cx="3414157" cy="1659890"/>
          </a:xfrm>
          <a:prstGeom prst="roundRect">
            <a:avLst>
              <a:gd name="adj" fmla="val 593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4"/>
            <a:ext cx="298941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[00%]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71880" y="3248664"/>
            <a:ext cx="298941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este número significa]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882" y="2129154"/>
            <a:ext cx="3414157" cy="1659890"/>
          </a:xfrm>
          <a:prstGeom prst="roundRect">
            <a:avLst>
              <a:gd name="adj" fmla="val 593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4787" y="2385064"/>
            <a:ext cx="298941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44787" y="3248664"/>
            <a:ext cx="298941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este número significa]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8614" y="2125979"/>
            <a:ext cx="3420507" cy="1666240"/>
          </a:xfrm>
          <a:prstGeom prst="roundRect">
            <a:avLst>
              <a:gd name="adj" fmla="val 6098"/>
            </a:avLst>
          </a:prstGeom>
          <a:solidFill>
            <a:srgbClr val="1428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12614" y="2379979"/>
            <a:ext cx="299988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[00x]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12614" y="3243579"/>
            <a:ext cx="299988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este número significa]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Fonte: [nome da pesquisa ou instituição, ano]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do tempo ou etapas]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25979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6" name="Shape 4"/>
          <p:cNvSpPr/>
          <p:nvPr/>
        </p:nvSpPr>
        <p:spPr>
          <a:xfrm>
            <a:off x="1117600" y="2214879"/>
            <a:ext cx="3048000" cy="2540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0" y="2125979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5B2C8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2214879"/>
            <a:ext cx="3048000" cy="2540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9" name="Shape 7"/>
          <p:cNvSpPr/>
          <p:nvPr/>
        </p:nvSpPr>
        <p:spPr>
          <a:xfrm>
            <a:off x="7721600" y="2125979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A8C8C"/>
          </a:solidFill>
          <a:ln/>
        </p:spPr>
      </p:sp>
      <p:sp>
        <p:nvSpPr>
          <p:cNvPr id="10" name="Shape 8"/>
          <p:cNvSpPr/>
          <p:nvPr/>
        </p:nvSpPr>
        <p:spPr>
          <a:xfrm>
            <a:off x="8026400" y="2214879"/>
            <a:ext cx="3048000" cy="2540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0" y="2125979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5E9E2F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" y="2532379"/>
            <a:ext cx="260311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[Ano 1]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2943864"/>
            <a:ext cx="26031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aconteceu nesta etapa]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2500" y="2532379"/>
            <a:ext cx="260311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[Ano 2]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92500" y="2943864"/>
            <a:ext cx="26031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aconteceu nesta etapa]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532379"/>
            <a:ext cx="260311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[Ano 3]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2943864"/>
            <a:ext cx="26031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aconteceu nesta etapa]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900" y="2532379"/>
            <a:ext cx="260311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[Ano 4]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51900" y="2943864"/>
            <a:ext cx="26031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aconteceu nesta etapa]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da tabela]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36139"/>
          <a:ext cx="10556240" cy="2184400"/>
        </p:xfrm>
        <a:graphic>
          <a:graphicData uri="http://schemas.openxmlformats.org/drawingml/2006/table">
            <a:tbl>
              <a:tblPr/>
              <a:tblGrid>
                <a:gridCol w="3166872"/>
                <a:gridCol w="3694684"/>
                <a:gridCol w="3694684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BF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[Coluna 1]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BF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[Coluna 2]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BF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[Coluna 3]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[Item]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[Valor]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[Observação]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[Item]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[Valor]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[Observação]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[Item]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[Valor]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[Observação]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[Item]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[Valor]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[Observação]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Fonte: [origem dos dados]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1022350"/>
            <a:ext cx="4813300" cy="4813300"/>
          </a:xfrm>
          <a:prstGeom prst="roundRect">
            <a:avLst>
              <a:gd name="adj" fmla="val 3034"/>
            </a:avLst>
          </a:prstGeom>
          <a:solidFill>
            <a:srgbClr val="F1F3F8"/>
          </a:solidFill>
          <a:ln w="12700">
            <a:solidFill>
              <a:srgbClr val="DFE3E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045200" y="2084071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[NOME DA SEÇÃO]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045200" y="2449829"/>
            <a:ext cx="549402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ao lado da imagem]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45200" y="3608071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6" name="Text 4"/>
          <p:cNvSpPr/>
          <p:nvPr/>
        </p:nvSpPr>
        <p:spPr>
          <a:xfrm>
            <a:off x="6045200" y="3798571"/>
            <a:ext cx="54940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[Explique o que a imagem mostra e por que ela importa para a sua apresentação.]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45200" y="4560571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[Legenda ou crédito da imagem]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[00 · 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9150" y="2132329"/>
            <a:ext cx="105537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[Seu conteúdo aqui: texto, lista, imagem ou gráfico]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[00 · 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9150" y="2132329"/>
            <a:ext cx="105537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[Seu conteúdo aqui: texto, lista, imagem ou gráfico]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[00 · 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9150" y="2132335"/>
            <a:ext cx="105537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[Seu conteúdo aqui: texto, lista, imagem ou gráfico]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[00 · 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9150" y="2132335"/>
            <a:ext cx="51943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[Coluna da esquerda]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8550" y="2132335"/>
            <a:ext cx="51943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[Coluna da direita]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[00 · NOME DA SEÇÃO]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[Título do slide]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9150" y="2132335"/>
            <a:ext cx="10553700" cy="3906520"/>
          </a:xfrm>
          <a:prstGeom prst="roundRect">
            <a:avLst>
              <a:gd name="adj" fmla="val 2438"/>
            </a:avLst>
          </a:prstGeom>
          <a:noFill/>
          <a:ln w="12700">
            <a:solidFill>
              <a:srgbClr val="2C4380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[Seu conteúdo aqui]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50" y="819150"/>
            <a:ext cx="10553700" cy="5219700"/>
          </a:xfrm>
          <a:prstGeom prst="roundRect">
            <a:avLst>
              <a:gd name="adj" fmla="val 1825"/>
            </a:avLst>
          </a:prstGeom>
          <a:noFill/>
          <a:ln w="12700">
            <a:solidFill>
              <a:srgbClr val="DFE3EC"/>
            </a:solidFill>
            <a:prstDash val="dash"/>
          </a:ln>
        </p:spPr>
        <p:txBody>
          <a:bodyPr wrap="square" lIns="229912" tIns="229912" rIns="229912" bIns="229912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[Tela livre: imagem grande, vídeo, gráfico ou demonstração]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6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887860"/>
            <a:ext cx="981075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 frase mais importante da sua palestra.]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592960"/>
            <a:ext cx="915670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[Um complemento curto, se precisar.]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26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PERGUNTA PARA VOCÊS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0000"/>
            <a:ext cx="91567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pergunta para a plateia?]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942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[Levanta a mão / responde em voz alta]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1192"/>
            <a:ext cx="6059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MATERIAL COMPLEMENTAR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17750"/>
            <a:ext cx="6059119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[Nome do material, artigo ou link]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352679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768092"/>
            <a:ext cx="605911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[O que o público encontra ao acessar.]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255777"/>
            <a:ext cx="605911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Aponte a câmera do celular para o QR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743450"/>
            <a:ext cx="6059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[endereco-curto-do-link]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08215" y="1395102"/>
            <a:ext cx="4067810" cy="4067810"/>
          </a:xfrm>
          <a:prstGeom prst="roundRect">
            <a:avLst>
              <a:gd name="adj" fmla="val 366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0470" y="1657350"/>
            <a:ext cx="3543300" cy="3543300"/>
          </a:xfrm>
          <a:prstGeom prst="rect">
            <a:avLst/>
          </a:prstGeom>
          <a:solidFill>
            <a:srgbClr val="F1F3F8"/>
          </a:solidFill>
          <a:ln w="12700">
            <a:solidFill>
              <a:srgbClr val="DFE3E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os decorativos nas cores do congres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9000" y="1397000"/>
            <a:ext cx="4064000" cy="406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909960"/>
            <a:ext cx="508000" cy="19050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4" name="Text 1"/>
          <p:cNvSpPr/>
          <p:nvPr/>
        </p:nvSpPr>
        <p:spPr>
          <a:xfrm>
            <a:off x="1473200" y="812800"/>
            <a:ext cx="710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29743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3249935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12800" y="516128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[Nome do palestrante]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54965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[Cargo ou formação]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576072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[LinkedIn, e-mail ou Instagram]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IV Congresso Científico Anhanguera">
  <a:themeElements>
    <a:clrScheme name="Template IV Congresso Científico Anhanguera">
      <a:dk1>
        <a:srgbClr val="14285A"/>
      </a:dk1>
      <a:lt1>
        <a:srgbClr val="FAFBFD"/>
      </a:lt1>
      <a:dk2>
        <a:srgbClr val="4E5D83"/>
      </a:dk2>
      <a:lt2>
        <a:srgbClr val="E3E6ED"/>
      </a:lt2>
      <a:accent1>
        <a:srgbClr val="3A4568"/>
      </a:accent1>
      <a:accent2>
        <a:srgbClr val="C24A0C"/>
      </a:accent2>
      <a:accent3>
        <a:srgbClr val="F26A21"/>
      </a:accent3>
      <a:accent4>
        <a:srgbClr val="5B2C83"/>
      </a:accent4>
      <a:accent5>
        <a:srgbClr val="1A8C8C"/>
      </a:accent5>
      <a:accent6>
        <a:srgbClr val="5E9E2F"/>
      </a:accent6>
      <a:hlink>
        <a:srgbClr val="0563C1"/>
      </a:hlink>
      <a:folHlink>
        <a:srgbClr val="954F72"/>
      </a:folHlink>
    </a:clrScheme>
    <a:fontScheme name="Template IV Congresso Científico Anhanguer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IV Congresso Científico Anhanguera</dc:title>
  <dc:subject/>
  <dc:creator/>
  <cp:lastModifiedBy/>
  <cp:revision>1</cp:revision>
  <dcterms:created xsi:type="dcterms:W3CDTF">2026-10-04T16:53:35Z</dcterms:created>
  <dcterms:modified xsi:type="dcterms:W3CDTF">2026-10-04T16:53:35Z</dcterms:modified>
</cp:coreProperties>
</file>